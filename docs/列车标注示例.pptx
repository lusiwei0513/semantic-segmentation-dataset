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6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0" y="1756410"/>
            <a:ext cx="1778000" cy="1733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7440" y="1756410"/>
            <a:ext cx="1778000" cy="173355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775970" y="930910"/>
            <a:ext cx="2550795" cy="5727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原始</a:t>
            </a:r>
            <a:r>
              <a:rPr lang="zh-CN" altLang="en-US"/>
              <a:t>数据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530725" y="930910"/>
            <a:ext cx="2550795" cy="5727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对应标注</a:t>
            </a:r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5214620" y="1826260"/>
            <a:ext cx="1259840" cy="1488440"/>
          </a:xfrm>
          <a:prstGeom prst="roundRect">
            <a:avLst>
              <a:gd name="adj" fmla="val 30695"/>
            </a:avLst>
          </a:prstGeom>
          <a:solidFill>
            <a:schemeClr val="accent6">
              <a:alpha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5456555" y="1919605"/>
            <a:ext cx="759460" cy="498475"/>
          </a:xfrm>
          <a:prstGeom prst="roundRect">
            <a:avLst>
              <a:gd name="adj" fmla="val 41656"/>
            </a:avLst>
          </a:prstGeom>
          <a:solidFill>
            <a:srgbClr val="00B050">
              <a:alpha val="47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5745480" y="2950845"/>
            <a:ext cx="208280" cy="14541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3489960"/>
            <a:ext cx="1930400" cy="17589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705" y="3489960"/>
            <a:ext cx="1930400" cy="1758950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5276850" y="3691255"/>
            <a:ext cx="1197610" cy="1353185"/>
          </a:xfrm>
          <a:prstGeom prst="roundRect">
            <a:avLst>
              <a:gd name="adj" fmla="val 30695"/>
            </a:avLst>
          </a:prstGeom>
          <a:solidFill>
            <a:schemeClr val="accent6">
              <a:alpha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5550535" y="3930650"/>
            <a:ext cx="665480" cy="311785"/>
          </a:xfrm>
          <a:prstGeom prst="roundRect">
            <a:avLst>
              <a:gd name="adj" fmla="val 41656"/>
            </a:avLst>
          </a:prstGeom>
          <a:solidFill>
            <a:srgbClr val="00B050">
              <a:alpha val="47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5755640" y="4746625"/>
            <a:ext cx="208280" cy="14541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850" y="5248910"/>
            <a:ext cx="1663700" cy="15621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055" y="5248910"/>
            <a:ext cx="1663700" cy="1562100"/>
          </a:xfrm>
          <a:prstGeom prst="rect">
            <a:avLst/>
          </a:prstGeom>
        </p:spPr>
      </p:pic>
      <p:sp>
        <p:nvSpPr>
          <p:cNvPr id="21" name="圆角矩形 20"/>
          <p:cNvSpPr/>
          <p:nvPr/>
        </p:nvSpPr>
        <p:spPr>
          <a:xfrm>
            <a:off x="5383530" y="5469255"/>
            <a:ext cx="1038860" cy="1134745"/>
          </a:xfrm>
          <a:prstGeom prst="roundRect">
            <a:avLst>
              <a:gd name="adj" fmla="val 30695"/>
            </a:avLst>
          </a:prstGeom>
          <a:solidFill>
            <a:schemeClr val="accent6">
              <a:alpha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5626100" y="5639435"/>
            <a:ext cx="590550" cy="271145"/>
          </a:xfrm>
          <a:prstGeom prst="roundRect">
            <a:avLst>
              <a:gd name="adj" fmla="val 41656"/>
            </a:avLst>
          </a:prstGeom>
          <a:solidFill>
            <a:srgbClr val="00B050">
              <a:alpha val="47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5817235" y="6300470"/>
            <a:ext cx="208280" cy="14541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8224520" y="3502025"/>
            <a:ext cx="2976880" cy="1746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>
              <a:sym typeface="+mn-ea"/>
            </a:endParaRPr>
          </a:p>
          <a:p>
            <a:pPr algn="l"/>
            <a:r>
              <a:rPr lang="zh-CN" altLang="en-US">
                <a:sym typeface="+mn-ea"/>
              </a:rPr>
              <a:t>正视图重点</a:t>
            </a:r>
            <a:r>
              <a:rPr lang="zh-CN" altLang="en-US">
                <a:sym typeface="+mn-ea"/>
              </a:rPr>
              <a:t>关注：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列车前挡风玻璃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车身主体</a:t>
            </a:r>
            <a:endParaRPr lang="zh-CN" altLang="en-US"/>
          </a:p>
          <a:p>
            <a:pPr algn="l"/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车头尖端端点</a:t>
            </a:r>
            <a:endParaRPr lang="zh-CN" altLang="en-US"/>
          </a:p>
          <a:p>
            <a:pPr algn="l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2072640" y="274955"/>
            <a:ext cx="8046720" cy="5727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正视图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775970" y="1099820"/>
            <a:ext cx="2550795" cy="5727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原始</a:t>
            </a:r>
            <a:r>
              <a:rPr lang="zh-CN" altLang="en-US"/>
              <a:t>数据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197475" y="1099820"/>
            <a:ext cx="2550795" cy="5727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对应标注</a:t>
            </a:r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8745220" y="3152140"/>
            <a:ext cx="2976880" cy="1746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>
              <a:sym typeface="+mn-ea"/>
            </a:endParaRPr>
          </a:p>
          <a:p>
            <a:pPr algn="l"/>
            <a:r>
              <a:rPr lang="zh-CN" altLang="en-US">
                <a:sym typeface="+mn-ea"/>
              </a:rPr>
              <a:t>侧视图重点</a:t>
            </a:r>
            <a:r>
              <a:rPr lang="zh-CN" altLang="en-US">
                <a:sym typeface="+mn-ea"/>
              </a:rPr>
              <a:t>关注：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列车前挡风玻璃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车身主体</a:t>
            </a:r>
            <a:endParaRPr lang="zh-CN" altLang="en-US"/>
          </a:p>
          <a:p>
            <a:pPr algn="l"/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转向架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4.</a:t>
            </a:r>
            <a:r>
              <a:rPr lang="zh-CN" altLang="en-US">
                <a:sym typeface="+mn-ea"/>
              </a:rPr>
              <a:t>车门</a:t>
            </a:r>
            <a:endParaRPr lang="zh-CN" altLang="en-US"/>
          </a:p>
          <a:p>
            <a:pPr algn="l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5585" y="2108200"/>
            <a:ext cx="4934585" cy="1168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210" y="2232660"/>
            <a:ext cx="3579495" cy="9194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09340"/>
            <a:ext cx="4495800" cy="10464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325" y="3652520"/>
            <a:ext cx="3606165" cy="10033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65" y="5395595"/>
            <a:ext cx="4529455" cy="97726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210" y="5395595"/>
            <a:ext cx="3579495" cy="945515"/>
          </a:xfrm>
          <a:prstGeom prst="rect">
            <a:avLst/>
          </a:prstGeom>
        </p:spPr>
      </p:pic>
      <p:sp>
        <p:nvSpPr>
          <p:cNvPr id="35" name="圆角矩形 34"/>
          <p:cNvSpPr/>
          <p:nvPr/>
        </p:nvSpPr>
        <p:spPr>
          <a:xfrm>
            <a:off x="2072640" y="345440"/>
            <a:ext cx="8046720" cy="5727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侧视图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WPS 演示</Application>
  <PresentationFormat>宽屏</PresentationFormat>
  <Paragraphs>25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涂磊</cp:lastModifiedBy>
  <cp:revision>159</cp:revision>
  <dcterms:created xsi:type="dcterms:W3CDTF">2019-06-19T02:08:00Z</dcterms:created>
  <dcterms:modified xsi:type="dcterms:W3CDTF">2026-06-03T06:11:50Z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9BFA93742DCD40D7ABE46120A2D69D71_11</vt:lpwstr>
  </property>
</Properties>
</file>